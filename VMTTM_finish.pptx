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5" r:id="rId4"/>
    <p:sldId id="266" r:id="rId5"/>
    <p:sldId id="259" r:id="rId6"/>
    <p:sldId id="262" r:id="rId7"/>
    <p:sldId id="268" r:id="rId8"/>
    <p:sldId id="267" r:id="rId9"/>
    <p:sldId id="264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59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59280"/>
            <a:ext cx="6400800" cy="12954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pic>
        <p:nvPicPr>
          <p:cNvPr id="8" name="Picture 7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801112"/>
            <a:ext cx="9144000" cy="932688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762000"/>
          </a:xfrm>
        </p:spPr>
        <p:txBody>
          <a:bodyPr>
            <a:normAutofit/>
          </a:bodyPr>
          <a:lstStyle>
            <a:lvl1pPr marL="0" indent="0" algn="ctr">
              <a:buNone/>
              <a:defRPr sz="200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AD3E8694-170C-45F8-9933-F664D66A78F8}" type="datetimeFigureOut">
              <a:rPr lang="ru-RU" smtClean="0"/>
              <a:t>23.04.2024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3772-63E0-4A0D-BA37-39E2D25228DE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438400"/>
            <a:ext cx="6400800" cy="30480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8694-170C-45F8-9933-F664D66A78F8}" type="datetimeFigureOut">
              <a:rPr lang="ru-RU" smtClean="0"/>
              <a:t>23.04.2024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3772-63E0-4A0D-BA37-39E2D25228D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9" name="Picture 8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8694-170C-45F8-9933-F664D66A78F8}" type="datetimeFigureOut">
              <a:rPr lang="ru-RU" smtClean="0"/>
              <a:t>23.04.2024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3772-63E0-4A0D-BA37-39E2D25228D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Picture 6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684462"/>
            <a:ext cx="9144000" cy="9326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410267"/>
            <a:ext cx="6248400" cy="1456373"/>
          </a:xfrm>
        </p:spPr>
        <p:txBody>
          <a:bodyPr anchor="t">
            <a:normAutofit/>
          </a:bodyPr>
          <a:lstStyle>
            <a:lvl1pPr algn="ctr">
              <a:defRPr sz="3600" b="0" i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800" y="1503680"/>
            <a:ext cx="6248400" cy="1566862"/>
          </a:xfrm>
        </p:spPr>
        <p:txBody>
          <a:bodyPr anchor="b"/>
          <a:lstStyle>
            <a:lvl1pPr marL="0" indent="0" algn="ctr">
              <a:buNone/>
              <a:defRPr sz="2000" b="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pic>
        <p:nvPicPr>
          <p:cNvPr id="8" name="Picture 7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684462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371600" y="2438400"/>
            <a:ext cx="3124200" cy="3124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8694-170C-45F8-9933-F664D66A78F8}" type="datetimeFigureOut">
              <a:rPr lang="ru-RU" smtClean="0"/>
              <a:t>23.04.2024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3772-63E0-4A0D-BA37-39E2D25228D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/>
          </p:nvPr>
        </p:nvSpPr>
        <p:spPr>
          <a:xfrm>
            <a:off x="4648200" y="2438400"/>
            <a:ext cx="3124200" cy="3124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pic>
        <p:nvPicPr>
          <p:cNvPr id="9" name="Picture 8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flourish2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371600" y="2819400"/>
            <a:ext cx="3124200" cy="2743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8200" y="2819400"/>
            <a:ext cx="3124200" cy="2743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62201"/>
            <a:ext cx="3125788" cy="451338"/>
          </a:xfrm>
        </p:spPr>
        <p:txBody>
          <a:bodyPr anchor="b"/>
          <a:lstStyle>
            <a:lvl1pPr marL="0" indent="0" algn="ctr">
              <a:buNone/>
              <a:defRPr sz="18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359152"/>
            <a:ext cx="3127375" cy="448056"/>
          </a:xfrm>
        </p:spPr>
        <p:txBody>
          <a:bodyPr anchor="b"/>
          <a:lstStyle>
            <a:lvl1pPr marL="0" indent="0" algn="ctr">
              <a:buNone/>
              <a:defRPr sz="18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8694-170C-45F8-9933-F664D66A78F8}" type="datetimeFigureOut">
              <a:rPr lang="ru-RU" smtClean="0"/>
              <a:t>23.04.2024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3772-63E0-4A0D-BA37-39E2D25228DE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8694-170C-45F8-9933-F664D66A78F8}" type="datetimeFigureOut">
              <a:rPr lang="ru-RU" smtClean="0"/>
              <a:t>23.04.2024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3772-63E0-4A0D-BA37-39E2D25228D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Picture 6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8694-170C-45F8-9933-F664D66A78F8}" type="datetimeFigureOut">
              <a:rPr lang="ru-RU" smtClean="0"/>
              <a:t>23.04.2024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3772-63E0-4A0D-BA37-39E2D25228DE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1" y="1676400"/>
            <a:ext cx="2819399" cy="599440"/>
          </a:xfrm>
        </p:spPr>
        <p:txBody>
          <a:bodyPr anchor="b">
            <a:noAutofit/>
          </a:bodyPr>
          <a:lstStyle>
            <a:lvl1pPr algn="ctr">
              <a:defRPr sz="1700" b="1" cap="all" spc="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1" y="2275840"/>
            <a:ext cx="2819399" cy="290576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8694-170C-45F8-9933-F664D66A78F8}" type="datetimeFigureOut">
              <a:rPr lang="ru-RU" smtClean="0"/>
              <a:t>23.04.2024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3772-63E0-4A0D-BA37-39E2D25228D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71600" y="1676400"/>
            <a:ext cx="3276600" cy="3505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que 9"/>
          <p:cNvSpPr/>
          <p:nvPr/>
        </p:nvSpPr>
        <p:spPr>
          <a:xfrm>
            <a:off x="1463040" y="1847088"/>
            <a:ext cx="3090672" cy="3090672"/>
          </a:xfrm>
          <a:prstGeom prst="plaque">
            <a:avLst>
              <a:gd name="adj" fmla="val 8438"/>
            </a:avLst>
          </a:prstGeom>
          <a:noFill/>
          <a:ln w="9525">
            <a:solidFill>
              <a:schemeClr val="tx2">
                <a:alpha val="17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1676400"/>
            <a:ext cx="2819400" cy="599440"/>
          </a:xfrm>
        </p:spPr>
        <p:txBody>
          <a:bodyPr anchor="b">
            <a:noAutofit/>
          </a:bodyPr>
          <a:lstStyle>
            <a:lvl1pPr algn="ctr">
              <a:defRPr sz="1700" b="1" cap="all" spc="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0" y="1905000"/>
            <a:ext cx="2971800" cy="2971800"/>
          </a:xfrm>
          <a:prstGeom prst="plaque">
            <a:avLst>
              <a:gd name="adj" fmla="val 8341"/>
            </a:avLst>
          </a:prstGeom>
          <a:solidFill>
            <a:schemeClr val="bg1">
              <a:lumMod val="95000"/>
              <a:alpha val="35000"/>
            </a:schemeClr>
          </a:solidFill>
          <a:ln w="98425" cmpd="thinThick">
            <a:noFill/>
            <a:bevel/>
          </a:ln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2276856"/>
            <a:ext cx="2819400" cy="287528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8694-170C-45F8-9933-F664D66A78F8}" type="datetimeFigureOut">
              <a:rPr lang="ru-RU" smtClean="0"/>
              <a:t>23.04.2024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3772-63E0-4A0D-BA37-39E2D25228DE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8694-170C-45F8-9933-F664D66A78F8}" type="datetimeFigureOut">
              <a:rPr lang="ru-RU" smtClean="0"/>
              <a:t>23.04.2024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3772-63E0-4A0D-BA37-39E2D25228DE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09041"/>
            <a:ext cx="1295400" cy="43180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1219199"/>
            <a:ext cx="5181600" cy="42672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8694-170C-45F8-9933-F664D66A78F8}" type="datetimeFigureOut">
              <a:rPr lang="ru-RU" smtClean="0"/>
              <a:t>23.04.2024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F3772-63E0-4A0D-BA37-39E2D25228DE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indow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1295400"/>
            <a:ext cx="6400800" cy="685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6400800" cy="3429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304800" y="6356350"/>
            <a:ext cx="21336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11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AD3E8694-170C-45F8-9933-F664D66A78F8}" type="datetimeFigureOut">
              <a:rPr lang="ru-RU" smtClean="0"/>
              <a:t>23.04.2024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2971800" y="635635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6675120" y="63642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042F3772-63E0-4A0D-BA37-39E2D25228DE}" type="slidenum">
              <a:rPr lang="ru-RU" smtClean="0"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-274320" algn="l" defTabSz="914400" rtl="0" eaLnBrk="1" latinLnBrk="0" hangingPunct="1">
        <a:lnSpc>
          <a:spcPct val="150000"/>
        </a:lnSpc>
        <a:spcBef>
          <a:spcPct val="20000"/>
        </a:spcBef>
        <a:buClrTx/>
        <a:buFont typeface="Wingdings" pitchFamily="2" charset="2"/>
        <a:buChar char="v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1844824"/>
            <a:ext cx="6752456" cy="1456373"/>
          </a:xfrm>
        </p:spPr>
        <p:txBody>
          <a:bodyPr>
            <a:normAutofit fontScale="90000"/>
          </a:bodyPr>
          <a:lstStyle/>
          <a:p>
            <a:r>
              <a:rPr lang="ru-RU" i="1" dirty="0" smtClean="0"/>
              <a:t>Проект</a:t>
            </a:r>
            <a:r>
              <a:rPr lang="en-US" i="1" dirty="0"/>
              <a:t> </a:t>
            </a:r>
            <a:r>
              <a:rPr lang="en-US" i="1" dirty="0" smtClean="0"/>
              <a:t>Telegram BOT </a:t>
            </a:r>
            <a:r>
              <a:rPr lang="ru-RU" i="1" dirty="0" smtClean="0"/>
              <a:t>«</a:t>
            </a:r>
            <a:r>
              <a:rPr lang="en-US" i="1" dirty="0" smtClean="0"/>
              <a:t>VMTTM</a:t>
            </a:r>
            <a:r>
              <a:rPr lang="ru-RU" i="1" dirty="0" smtClean="0"/>
              <a:t>»</a:t>
            </a:r>
            <a:r>
              <a:rPr lang="en-US" i="1" dirty="0" smtClean="0"/>
              <a:t/>
            </a:r>
            <a:br>
              <a:rPr lang="en-US" i="1" dirty="0" smtClean="0"/>
            </a:br>
            <a:r>
              <a:rPr lang="en-US" sz="2200" i="1" dirty="0" smtClean="0"/>
              <a:t>(Voice message to text message)</a:t>
            </a:r>
            <a:endParaRPr lang="ru-RU" sz="2200" i="1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4211960" y="3933056"/>
            <a:ext cx="4104456" cy="1512168"/>
          </a:xfrm>
        </p:spPr>
        <p:txBody>
          <a:bodyPr>
            <a:normAutofit fontScale="92500"/>
          </a:bodyPr>
          <a:lstStyle/>
          <a:p>
            <a:pPr algn="r"/>
            <a:r>
              <a:rPr lang="ru-RU" dirty="0" smtClean="0"/>
              <a:t>Проект сделали:</a:t>
            </a:r>
          </a:p>
          <a:p>
            <a:pPr marL="457200" indent="-457200" algn="r">
              <a:buAutoNum type="arabicParenR"/>
            </a:pPr>
            <a:r>
              <a:rPr lang="ru-RU" dirty="0" smtClean="0"/>
              <a:t>Шушканов Вячеслав Андреевич</a:t>
            </a:r>
          </a:p>
          <a:p>
            <a:pPr marL="457200" indent="-457200" algn="r">
              <a:buAutoNum type="arabicParenR"/>
            </a:pPr>
            <a:r>
              <a:rPr lang="ru-RU" dirty="0" smtClean="0"/>
              <a:t>      Демидов Юрий Максимович    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9045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123728" y="908720"/>
            <a:ext cx="4896544" cy="2301240"/>
          </a:xfrm>
        </p:spPr>
        <p:txBody>
          <a:bodyPr>
            <a:normAutofit/>
          </a:bodyPr>
          <a:lstStyle/>
          <a:p>
            <a:pPr algn="l"/>
            <a:r>
              <a:rPr lang="ru-RU" sz="4000" i="1" dirty="0" smtClean="0"/>
              <a:t>Идея проекта</a:t>
            </a:r>
            <a:endParaRPr lang="ru-RU" sz="4000" i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979712" y="3573016"/>
            <a:ext cx="4752528" cy="1752600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rgbClr val="7030A0"/>
                </a:solidFill>
              </a:rPr>
              <a:t>создать </a:t>
            </a:r>
            <a:r>
              <a:rPr lang="en-US" sz="2800" i="0" dirty="0" smtClean="0">
                <a:solidFill>
                  <a:srgbClr val="7030A0"/>
                </a:solidFill>
              </a:rPr>
              <a:t>Telegram</a:t>
            </a:r>
            <a:r>
              <a:rPr lang="en-US" sz="3200" dirty="0" smtClean="0">
                <a:solidFill>
                  <a:srgbClr val="7030A0"/>
                </a:solidFill>
              </a:rPr>
              <a:t> </a:t>
            </a:r>
            <a:r>
              <a:rPr lang="ru-RU" sz="2400" dirty="0" smtClean="0">
                <a:solidFill>
                  <a:srgbClr val="7030A0"/>
                </a:solidFill>
              </a:rPr>
              <a:t>бота для перевода голосовых сообщений  в текст на разные языки.</a:t>
            </a:r>
            <a:endParaRPr lang="ru-RU" sz="2400" dirty="0">
              <a:solidFill>
                <a:srgbClr val="7030A0"/>
              </a:solidFill>
            </a:endParaRP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3203848" y="3501008"/>
            <a:ext cx="5112568" cy="2088232"/>
          </a:xfrm>
          <a:prstGeom prst="rect">
            <a:avLst/>
          </a:prstGeom>
        </p:spPr>
        <p:txBody>
          <a:bodyPr vert="horz" tIns="0" rIns="45720" bIns="0" anchor="b">
            <a:normAutofit/>
          </a:bodyPr>
          <a:lstStyle>
            <a:lvl1pPr marL="0" indent="0" algn="r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2"/>
              <a:buNone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Arial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Arial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/>
              <a:buNone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Arial"/>
              <a:buNone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ru-RU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915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03648" y="1628800"/>
            <a:ext cx="6248400" cy="1456373"/>
          </a:xfrm>
        </p:spPr>
        <p:txBody>
          <a:bodyPr/>
          <a:lstStyle/>
          <a:p>
            <a:r>
              <a:rPr lang="ru-RU" i="1" dirty="0" smtClean="0"/>
              <a:t>Функции бота для пользователей</a:t>
            </a:r>
            <a:endParaRPr lang="ru-RU" i="1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91680" y="5733256"/>
            <a:ext cx="6840760" cy="54694"/>
          </a:xfrm>
        </p:spPr>
        <p:txBody>
          <a:bodyPr>
            <a:noAutofit/>
          </a:bodyPr>
          <a:lstStyle/>
          <a:p>
            <a:pPr marL="171450" lvl="0" indent="-171450" algn="l">
              <a:buFont typeface="Wingdings" pitchFamily="2" charset="2"/>
              <a:buChar char="Ø"/>
            </a:pPr>
            <a:r>
              <a:rPr lang="ru-RU" sz="1400" dirty="0" smtClean="0">
                <a:solidFill>
                  <a:srgbClr val="002060"/>
                </a:solidFill>
              </a:rPr>
              <a:t>Переводы </a:t>
            </a:r>
            <a:r>
              <a:rPr lang="ru-RU" sz="1400" dirty="0">
                <a:solidFill>
                  <a:srgbClr val="002060"/>
                </a:solidFill>
              </a:rPr>
              <a:t>голосовых сообщений в текст </a:t>
            </a:r>
          </a:p>
          <a:p>
            <a:pPr marL="171450" lvl="0" indent="-171450" algn="l">
              <a:buFont typeface="Wingdings" pitchFamily="2" charset="2"/>
              <a:buChar char="Ø"/>
            </a:pPr>
            <a:r>
              <a:rPr lang="ru-RU" sz="1400" dirty="0">
                <a:solidFill>
                  <a:srgbClr val="002060"/>
                </a:solidFill>
              </a:rPr>
              <a:t>Перевод текста на разные языки</a:t>
            </a:r>
          </a:p>
          <a:p>
            <a:pPr marL="171450" lvl="0" indent="-171450" algn="l">
              <a:buFont typeface="Wingdings" pitchFamily="2" charset="2"/>
              <a:buChar char="Ø"/>
            </a:pPr>
            <a:r>
              <a:rPr lang="ru-RU" sz="1400" dirty="0" smtClean="0">
                <a:solidFill>
                  <a:srgbClr val="002060"/>
                </a:solidFill>
              </a:rPr>
              <a:t>Шифровка </a:t>
            </a:r>
            <a:r>
              <a:rPr lang="ru-RU" sz="1400" dirty="0">
                <a:solidFill>
                  <a:srgbClr val="002060"/>
                </a:solidFill>
              </a:rPr>
              <a:t>текста и расшифровка текста</a:t>
            </a:r>
          </a:p>
          <a:p>
            <a:pPr marL="171450" lvl="0" indent="-171450" algn="l">
              <a:buFont typeface="Wingdings" pitchFamily="2" charset="2"/>
              <a:buChar char="Ø"/>
            </a:pPr>
            <a:r>
              <a:rPr lang="ru-RU" sz="1400" dirty="0">
                <a:solidFill>
                  <a:srgbClr val="002060"/>
                </a:solidFill>
              </a:rPr>
              <a:t>Просмотр информации об аккаунте</a:t>
            </a:r>
          </a:p>
          <a:p>
            <a:pPr marL="171450" lvl="0" indent="-171450" algn="l">
              <a:buFont typeface="Wingdings" pitchFamily="2" charset="2"/>
              <a:buChar char="Ø"/>
            </a:pPr>
            <a:r>
              <a:rPr lang="ru-RU" sz="1400" dirty="0">
                <a:solidFill>
                  <a:srgbClr val="002060"/>
                </a:solidFill>
              </a:rPr>
              <a:t>Покупка подписки</a:t>
            </a:r>
          </a:p>
          <a:p>
            <a:pPr marL="171450" lvl="0" indent="-171450" algn="l">
              <a:buFont typeface="Wingdings" pitchFamily="2" charset="2"/>
              <a:buChar char="Ø"/>
            </a:pPr>
            <a:r>
              <a:rPr lang="ru-RU" sz="1400" dirty="0">
                <a:solidFill>
                  <a:srgbClr val="002060"/>
                </a:solidFill>
              </a:rPr>
              <a:t>Просмотр своего </a:t>
            </a:r>
            <a:r>
              <a:rPr lang="en-US" sz="1400" i="0" dirty="0">
                <a:solidFill>
                  <a:srgbClr val="002060"/>
                </a:solidFill>
              </a:rPr>
              <a:t>telegram id</a:t>
            </a:r>
            <a:endParaRPr lang="ru-RU" sz="1400" i="0" dirty="0">
              <a:solidFill>
                <a:srgbClr val="002060"/>
              </a:solidFill>
            </a:endParaRPr>
          </a:p>
          <a:p>
            <a:pPr marL="171450" lvl="0" indent="-171450" algn="l">
              <a:buFont typeface="Wingdings" pitchFamily="2" charset="2"/>
              <a:buChar char="Ø"/>
            </a:pPr>
            <a:r>
              <a:rPr lang="ru-RU" sz="1400" dirty="0">
                <a:solidFill>
                  <a:srgbClr val="002060"/>
                </a:solidFill>
              </a:rPr>
              <a:t>Создание реферальной ссылки для получения бонуса</a:t>
            </a:r>
          </a:p>
          <a:p>
            <a:pPr marL="171450" indent="-171450" algn="l">
              <a:buFont typeface="Wingdings" pitchFamily="2" charset="2"/>
              <a:buChar char="Ø"/>
            </a:pPr>
            <a:endParaRPr lang="ru-RU" sz="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432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75656" y="1988840"/>
            <a:ext cx="6248400" cy="1456373"/>
          </a:xfrm>
        </p:spPr>
        <p:txBody>
          <a:bodyPr/>
          <a:lstStyle/>
          <a:p>
            <a:r>
              <a:rPr lang="ru-RU" i="1" dirty="0" smtClean="0"/>
              <a:t>Функции бота для администраторов</a:t>
            </a:r>
            <a:endParaRPr lang="ru-RU" i="1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63688" y="3789040"/>
            <a:ext cx="6248400" cy="1566862"/>
          </a:xfrm>
        </p:spPr>
        <p:txBody>
          <a:bodyPr>
            <a:normAutofit fontScale="77500" lnSpcReduction="20000"/>
          </a:bodyPr>
          <a:lstStyle/>
          <a:p>
            <a:pPr marL="342900" lvl="0" indent="-342900" algn="l">
              <a:buFont typeface="Wingdings" pitchFamily="2" charset="2"/>
              <a:buChar char="Ø"/>
            </a:pPr>
            <a:r>
              <a:rPr lang="ru-RU" dirty="0">
                <a:solidFill>
                  <a:srgbClr val="002060"/>
                </a:solidFill>
              </a:rPr>
              <a:t>Все функции, доступные пользователям</a:t>
            </a:r>
          </a:p>
          <a:p>
            <a:pPr marL="342900" lvl="0" indent="-342900" algn="l">
              <a:buFont typeface="Wingdings" pitchFamily="2" charset="2"/>
              <a:buChar char="Ø"/>
            </a:pPr>
            <a:r>
              <a:rPr lang="ru-RU" dirty="0">
                <a:solidFill>
                  <a:srgbClr val="002060"/>
                </a:solidFill>
              </a:rPr>
              <a:t>Просмотр информации о пользователях</a:t>
            </a:r>
          </a:p>
          <a:p>
            <a:pPr marL="342900" lvl="0" indent="-342900" algn="l">
              <a:buFont typeface="Wingdings" pitchFamily="2" charset="2"/>
              <a:buChar char="Ø"/>
            </a:pPr>
            <a:r>
              <a:rPr lang="ru-RU" dirty="0">
                <a:solidFill>
                  <a:srgbClr val="002060"/>
                </a:solidFill>
              </a:rPr>
              <a:t>Выдача подписки пользователю после проверки </a:t>
            </a:r>
            <a:r>
              <a:rPr lang="ru-RU" dirty="0" smtClean="0">
                <a:solidFill>
                  <a:srgbClr val="002060"/>
                </a:solidFill>
              </a:rPr>
              <a:t>оплаты</a:t>
            </a:r>
          </a:p>
          <a:p>
            <a:pPr marL="342900" lvl="0" indent="-342900" algn="l">
              <a:buFont typeface="Wingdings" pitchFamily="2" charset="2"/>
              <a:buChar char="Ø"/>
            </a:pPr>
            <a:r>
              <a:rPr lang="ru-RU" dirty="0" smtClean="0">
                <a:solidFill>
                  <a:srgbClr val="002060"/>
                </a:solidFill>
              </a:rPr>
              <a:t>Блокировка пользователей, нарушивших правила бота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46936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27584" y="980728"/>
            <a:ext cx="7272808" cy="2301240"/>
          </a:xfrm>
        </p:spPr>
        <p:txBody>
          <a:bodyPr>
            <a:normAutofit/>
          </a:bodyPr>
          <a:lstStyle/>
          <a:p>
            <a:r>
              <a:rPr lang="ru-RU" sz="2800" i="1" dirty="0" smtClean="0"/>
              <a:t>Библиотеки, использованные в проекте</a:t>
            </a:r>
            <a:endParaRPr lang="ru-RU" sz="2800" i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27584" y="3429000"/>
            <a:ext cx="7776864" cy="2304256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 smtClean="0">
                <a:solidFill>
                  <a:srgbClr val="C00000"/>
                </a:solidFill>
              </a:rPr>
              <a:t>import </a:t>
            </a:r>
            <a:r>
              <a:rPr lang="en-US" sz="2400" dirty="0" smtClean="0"/>
              <a:t>soundfile		</a:t>
            </a:r>
            <a:r>
              <a:rPr lang="en-US" sz="2400" dirty="0" smtClean="0">
                <a:solidFill>
                  <a:srgbClr val="C00000"/>
                </a:solidFill>
              </a:rPr>
              <a:t>import </a:t>
            </a:r>
            <a:r>
              <a:rPr lang="en-US" sz="2400" dirty="0" smtClean="0"/>
              <a:t>datetime		</a:t>
            </a:r>
            <a:r>
              <a:rPr lang="en-US" sz="2400" dirty="0">
                <a:solidFill>
                  <a:srgbClr val="C00000"/>
                </a:solidFill>
              </a:rPr>
              <a:t>import </a:t>
            </a:r>
            <a:r>
              <a:rPr lang="en-US" sz="2400" dirty="0"/>
              <a:t>threading</a:t>
            </a:r>
            <a:endParaRPr lang="en-US" sz="2400" dirty="0" smtClean="0"/>
          </a:p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C00000"/>
                </a:solidFill>
              </a:rPr>
              <a:t>import</a:t>
            </a:r>
            <a:r>
              <a:rPr lang="en-US" sz="2400" dirty="0"/>
              <a:t> </a:t>
            </a:r>
            <a:r>
              <a:rPr lang="en-US" sz="2400" dirty="0" smtClean="0"/>
              <a:t>telebot		</a:t>
            </a:r>
            <a:r>
              <a:rPr lang="en-US" sz="2400" dirty="0" smtClean="0">
                <a:solidFill>
                  <a:srgbClr val="C00000"/>
                </a:solidFill>
              </a:rPr>
              <a:t>import</a:t>
            </a:r>
            <a:r>
              <a:rPr lang="en-US" sz="2400" dirty="0" smtClean="0"/>
              <a:t> GoogleTranslator	</a:t>
            </a:r>
            <a:r>
              <a:rPr lang="en-US" sz="2400" dirty="0">
                <a:solidFill>
                  <a:srgbClr val="C00000"/>
                </a:solidFill>
              </a:rPr>
              <a:t>import </a:t>
            </a:r>
            <a:r>
              <a:rPr lang="en-US" sz="2400" dirty="0"/>
              <a:t>random</a:t>
            </a:r>
            <a:endParaRPr lang="en-US" sz="2400" dirty="0" smtClean="0"/>
          </a:p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C00000"/>
                </a:solidFill>
              </a:rPr>
              <a:t>import </a:t>
            </a:r>
            <a:r>
              <a:rPr lang="en-US" sz="2400" dirty="0" smtClean="0"/>
              <a:t>speech_recognition	</a:t>
            </a:r>
            <a:r>
              <a:rPr lang="en-US" sz="2400" dirty="0" smtClean="0">
                <a:solidFill>
                  <a:srgbClr val="C00000"/>
                </a:solidFill>
              </a:rPr>
              <a:t>import </a:t>
            </a:r>
            <a:r>
              <a:rPr lang="en-US" sz="2400" dirty="0" smtClean="0"/>
              <a:t>gTTS</a:t>
            </a:r>
          </a:p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C00000"/>
                </a:solidFill>
              </a:rPr>
              <a:t>import</a:t>
            </a:r>
            <a:r>
              <a:rPr lang="en-US" sz="2400" dirty="0"/>
              <a:t> </a:t>
            </a:r>
            <a:r>
              <a:rPr lang="en-US" sz="2400" dirty="0" smtClean="0"/>
              <a:t>sqlite3		</a:t>
            </a:r>
            <a:r>
              <a:rPr lang="en-US" sz="2400" dirty="0" smtClean="0">
                <a:solidFill>
                  <a:srgbClr val="C00000"/>
                </a:solidFill>
              </a:rPr>
              <a:t>import </a:t>
            </a:r>
            <a:r>
              <a:rPr lang="en-US" sz="2400" dirty="0"/>
              <a:t>io</a:t>
            </a:r>
            <a:endParaRPr lang="en-US" sz="2400" dirty="0" smtClean="0"/>
          </a:p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C00000"/>
                </a:solidFill>
              </a:rPr>
              <a:t>import</a:t>
            </a:r>
            <a:r>
              <a:rPr lang="en-US" sz="2400" dirty="0"/>
              <a:t> </a:t>
            </a:r>
            <a:r>
              <a:rPr lang="en-US" sz="2400" dirty="0" smtClean="0"/>
              <a:t>datetime		</a:t>
            </a:r>
            <a:r>
              <a:rPr lang="en-US" sz="2400" dirty="0">
                <a:solidFill>
                  <a:srgbClr val="C00000"/>
                </a:solidFill>
              </a:rPr>
              <a:t>import</a:t>
            </a:r>
            <a:r>
              <a:rPr lang="en-US" sz="2400" dirty="0"/>
              <a:t> time</a:t>
            </a:r>
            <a:endParaRPr lang="ru-RU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742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43608" y="1772816"/>
            <a:ext cx="5400600" cy="1509152"/>
          </a:xfrm>
        </p:spPr>
        <p:txBody>
          <a:bodyPr>
            <a:noAutofit/>
          </a:bodyPr>
          <a:lstStyle/>
          <a:p>
            <a:pPr algn="l"/>
            <a:r>
              <a:rPr lang="ru-RU" sz="4400" i="1" dirty="0" smtClean="0"/>
              <a:t>Структура Базы данных</a:t>
            </a:r>
            <a:endParaRPr lang="ru-RU" sz="4400" i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704" y="1052736"/>
            <a:ext cx="1922247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573016"/>
            <a:ext cx="1755080" cy="1963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3047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 rotWithShape="1">
          <a:blip r:embed="rId2"/>
          <a:srcRect t="3965" b="12039"/>
          <a:stretch/>
        </p:blipFill>
        <p:spPr bwMode="auto">
          <a:xfrm>
            <a:off x="1259632" y="1196753"/>
            <a:ext cx="2158752" cy="44223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Рисунок 2"/>
          <p:cNvPicPr/>
          <p:nvPr/>
        </p:nvPicPr>
        <p:blipFill rotWithShape="1">
          <a:blip r:embed="rId3"/>
          <a:srcRect t="3428" b="7633"/>
          <a:stretch/>
        </p:blipFill>
        <p:spPr bwMode="auto">
          <a:xfrm>
            <a:off x="3626719" y="1196753"/>
            <a:ext cx="2241426" cy="44223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Рисунок 3"/>
          <p:cNvPicPr/>
          <p:nvPr/>
        </p:nvPicPr>
        <p:blipFill rotWithShape="1">
          <a:blip r:embed="rId4"/>
          <a:srcRect t="3981" b="11173"/>
          <a:stretch/>
        </p:blipFill>
        <p:spPr bwMode="auto">
          <a:xfrm>
            <a:off x="6084168" y="1196753"/>
            <a:ext cx="2016224" cy="44223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16402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03648" y="2420888"/>
            <a:ext cx="6248400" cy="1456373"/>
          </a:xfrm>
        </p:spPr>
        <p:txBody>
          <a:bodyPr/>
          <a:lstStyle/>
          <a:p>
            <a:r>
              <a:rPr lang="ru-RU" i="1" dirty="0" smtClean="0"/>
              <a:t>Будущие доработки</a:t>
            </a:r>
            <a:endParaRPr lang="ru-RU" i="1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91680" y="3789040"/>
            <a:ext cx="6248400" cy="1566862"/>
          </a:xfrm>
        </p:spPr>
        <p:txBody>
          <a:bodyPr>
            <a:noAutofit/>
          </a:bodyPr>
          <a:lstStyle/>
          <a:p>
            <a:pPr marL="342900" indent="-342900" algn="l">
              <a:buFont typeface="Wingdings" pitchFamily="2" charset="2"/>
              <a:buChar char="Ø"/>
            </a:pPr>
            <a:r>
              <a:rPr lang="ru-RU" sz="1800" dirty="0" smtClean="0">
                <a:solidFill>
                  <a:srgbClr val="002060"/>
                </a:solidFill>
              </a:rPr>
              <a:t>Автоматизация принятия платежей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ru-RU" sz="1800" dirty="0" smtClean="0">
                <a:solidFill>
                  <a:srgbClr val="002060"/>
                </a:solidFill>
              </a:rPr>
              <a:t>Синхронизация БД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ru-RU" sz="1800" dirty="0" smtClean="0">
                <a:solidFill>
                  <a:srgbClr val="002060"/>
                </a:solidFill>
              </a:rPr>
              <a:t>Настройка более точного перевода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ru-RU" sz="1800" dirty="0" smtClean="0">
                <a:solidFill>
                  <a:srgbClr val="002060"/>
                </a:solidFill>
              </a:rPr>
              <a:t>Подключить больше языков</a:t>
            </a:r>
            <a:endParaRPr lang="ru-RU" sz="1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1469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75655" y="980728"/>
            <a:ext cx="6120681" cy="2301240"/>
          </a:xfrm>
        </p:spPr>
        <p:txBody>
          <a:bodyPr>
            <a:normAutofit/>
          </a:bodyPr>
          <a:lstStyle/>
          <a:p>
            <a:pPr algn="ctr"/>
            <a:r>
              <a:rPr lang="ru-RU" dirty="0" smtClean="0"/>
              <a:t>Итоги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71600" y="3501008"/>
            <a:ext cx="7272808" cy="2304256"/>
          </a:xfrm>
        </p:spPr>
        <p:txBody>
          <a:bodyPr>
            <a:normAutofit fontScale="77500" lnSpcReduction="20000"/>
          </a:bodyPr>
          <a:lstStyle/>
          <a:p>
            <a:r>
              <a:rPr lang="ru-RU" sz="3200" dirty="0" smtClean="0"/>
              <a:t>Мы </a:t>
            </a:r>
            <a:r>
              <a:rPr lang="ru-RU" sz="3200" dirty="0"/>
              <a:t>сделали </a:t>
            </a:r>
            <a:r>
              <a:rPr lang="en-US" sz="3200" i="0" dirty="0"/>
              <a:t>Telegram</a:t>
            </a:r>
            <a:r>
              <a:rPr lang="en-US" sz="3200" dirty="0"/>
              <a:t> </a:t>
            </a:r>
            <a:r>
              <a:rPr lang="ru-RU" sz="3200" dirty="0"/>
              <a:t>бота, который переводит голосовые сообщения в </a:t>
            </a:r>
            <a:r>
              <a:rPr lang="ru-RU" sz="3200" dirty="0" smtClean="0"/>
              <a:t>текст на разные языки, проводит кодировку и декодировку текста, дает возможность получить озвучку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82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утюр">
  <a:themeElements>
    <a:clrScheme name="Кутюр">
      <a:dk1>
        <a:sysClr val="windowText" lastClr="000000"/>
      </a:dk1>
      <a:lt1>
        <a:sysClr val="window" lastClr="FFFFFF"/>
      </a:lt1>
      <a:dk2>
        <a:srgbClr val="37302A"/>
      </a:dk2>
      <a:lt2>
        <a:srgbClr val="D0CCB9"/>
      </a:lt2>
      <a:accent1>
        <a:srgbClr val="9E8E5C"/>
      </a:accent1>
      <a:accent2>
        <a:srgbClr val="A09781"/>
      </a:accent2>
      <a:accent3>
        <a:srgbClr val="85776D"/>
      </a:accent3>
      <a:accent4>
        <a:srgbClr val="AEAFA9"/>
      </a:accent4>
      <a:accent5>
        <a:srgbClr val="8D878B"/>
      </a:accent5>
      <a:accent6>
        <a:srgbClr val="6B6149"/>
      </a:accent6>
      <a:hlink>
        <a:srgbClr val="B6A272"/>
      </a:hlink>
      <a:folHlink>
        <a:srgbClr val="8A784F"/>
      </a:folHlink>
    </a:clrScheme>
    <a:fontScheme name="Смокинг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Кутюр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0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100000" r="100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200000"/>
              </a:schemeClr>
              <a:schemeClr val="phClr">
                <a:tint val="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224</TotalTime>
  <Words>142</Words>
  <Application>Microsoft Office PowerPoint</Application>
  <PresentationFormat>Экран (4:3)</PresentationFormat>
  <Paragraphs>33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Кутюр</vt:lpstr>
      <vt:lpstr>Проект Telegram BOT «VMTTM» (Voice message to text message)</vt:lpstr>
      <vt:lpstr>Идея проекта</vt:lpstr>
      <vt:lpstr>Функции бота для пользователей</vt:lpstr>
      <vt:lpstr>Функции бота для администраторов</vt:lpstr>
      <vt:lpstr>Библиотеки, использованные в проекте</vt:lpstr>
      <vt:lpstr>Структура Базы данных</vt:lpstr>
      <vt:lpstr>Презентация PowerPoint</vt:lpstr>
      <vt:lpstr>Будущие доработки</vt:lpstr>
      <vt:lpstr>Итоги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на pygame «КАЗИНО»</dc:title>
  <dc:creator>Slava</dc:creator>
  <cp:lastModifiedBy>Slava</cp:lastModifiedBy>
  <cp:revision>18</cp:revision>
  <dcterms:created xsi:type="dcterms:W3CDTF">2024-01-18T15:44:14Z</dcterms:created>
  <dcterms:modified xsi:type="dcterms:W3CDTF">2024-04-23T11:03:43Z</dcterms:modified>
</cp:coreProperties>
</file>